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787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24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57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2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76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7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5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79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71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556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41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355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454" y="1214438"/>
            <a:ext cx="10945091" cy="2692544"/>
          </a:xfrm>
        </p:spPr>
        <p:txBody>
          <a:bodyPr>
            <a:normAutofit/>
          </a:bodyPr>
          <a:lstStyle/>
          <a:p>
            <a:r>
              <a:rPr lang="en-US" sz="5400" dirty="0" smtClean="0"/>
              <a:t>Scaling Relational Database Management Systems for Big Data Applications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999" y="3906982"/>
            <a:ext cx="9144000" cy="1655762"/>
          </a:xfrm>
        </p:spPr>
        <p:txBody>
          <a:bodyPr>
            <a:normAutofit/>
          </a:bodyPr>
          <a:lstStyle/>
          <a:p>
            <a:endParaRPr lang="en-US" sz="3600" dirty="0" smtClean="0"/>
          </a:p>
          <a:p>
            <a:r>
              <a:rPr lang="en-US" sz="3600" dirty="0" smtClean="0"/>
              <a:t>Collected by Ali </a:t>
            </a:r>
            <a:r>
              <a:rPr lang="en-US" sz="3600" dirty="0" err="1" smtClean="0"/>
              <a:t>Jafari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886884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Scaling Relational Database Management Systems for Big Data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Scaling Relational Database Management Systems for Big Data Applications</dc:title>
  <dc:creator>Ali</dc:creator>
  <cp:lastModifiedBy>Ali</cp:lastModifiedBy>
  <cp:revision>1</cp:revision>
  <dcterms:created xsi:type="dcterms:W3CDTF">2021-05-27T14:56:32Z</dcterms:created>
  <dcterms:modified xsi:type="dcterms:W3CDTF">2021-05-27T14:59:17Z</dcterms:modified>
</cp:coreProperties>
</file>