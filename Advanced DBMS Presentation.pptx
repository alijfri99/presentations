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65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16D22-5ED1-465B-83E5-FE6CA2D3437B}" type="datetimeFigureOut">
              <a:rPr lang="en-US" smtClean="0"/>
              <a:t>5/27/2021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420BDB-CE47-43E7-A595-3D20742E4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27874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16D22-5ED1-465B-83E5-FE6CA2D3437B}" type="datetimeFigureOut">
              <a:rPr lang="en-US" smtClean="0"/>
              <a:t>5/27/2021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420BDB-CE47-43E7-A595-3D20742E4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224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16D22-5ED1-465B-83E5-FE6CA2D3437B}" type="datetimeFigureOut">
              <a:rPr lang="en-US" smtClean="0"/>
              <a:t>5/27/2021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420BDB-CE47-43E7-A595-3D20742E4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6857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16D22-5ED1-465B-83E5-FE6CA2D3437B}" type="datetimeFigureOut">
              <a:rPr lang="en-US" smtClean="0"/>
              <a:t>5/27/2021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420BDB-CE47-43E7-A595-3D20742E4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322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16D22-5ED1-465B-83E5-FE6CA2D3437B}" type="datetimeFigureOut">
              <a:rPr lang="en-US" smtClean="0"/>
              <a:t>5/27/2021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420BDB-CE47-43E7-A595-3D20742E4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4762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16D22-5ED1-465B-83E5-FE6CA2D3437B}" type="datetimeFigureOut">
              <a:rPr lang="en-US" smtClean="0"/>
              <a:t>5/27/2021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420BDB-CE47-43E7-A595-3D20742E4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376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16D22-5ED1-465B-83E5-FE6CA2D3437B}" type="datetimeFigureOut">
              <a:rPr lang="en-US" smtClean="0"/>
              <a:t>5/27/2021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420BDB-CE47-43E7-A595-3D20742E4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1596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16D22-5ED1-465B-83E5-FE6CA2D3437B}" type="datetimeFigureOut">
              <a:rPr lang="en-US" smtClean="0"/>
              <a:t>5/27/2021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420BDB-CE47-43E7-A595-3D20742E4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6795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16D22-5ED1-465B-83E5-FE6CA2D3437B}" type="datetimeFigureOut">
              <a:rPr lang="en-US" smtClean="0"/>
              <a:t>5/27/2021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420BDB-CE47-43E7-A595-3D20742E4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13714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16D22-5ED1-465B-83E5-FE6CA2D3437B}" type="datetimeFigureOut">
              <a:rPr lang="en-US" smtClean="0"/>
              <a:t>5/27/2021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420BDB-CE47-43E7-A595-3D20742E4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95563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16D22-5ED1-465B-83E5-FE6CA2D3437B}" type="datetimeFigureOut">
              <a:rPr lang="en-US" smtClean="0"/>
              <a:t>5/27/2021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1420BDB-CE47-43E7-A595-3D20742E4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541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D16D22-5ED1-465B-83E5-FE6CA2D3437B}" type="datetimeFigureOut">
              <a:rPr lang="en-US" smtClean="0"/>
              <a:t>5/27/2021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1420BDB-CE47-43E7-A595-3D20742E4D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03551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3454" y="1214438"/>
            <a:ext cx="10945091" cy="2692544"/>
          </a:xfrm>
        </p:spPr>
        <p:txBody>
          <a:bodyPr>
            <a:normAutofit/>
          </a:bodyPr>
          <a:lstStyle/>
          <a:p>
            <a:r>
              <a:rPr lang="en-US" sz="5400" dirty="0" smtClean="0"/>
              <a:t>Scaling Relational Database Management Systems for Big Data Applications</a:t>
            </a:r>
            <a:endParaRPr lang="en-US" sz="54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3999" y="3906982"/>
            <a:ext cx="9144000" cy="1655762"/>
          </a:xfrm>
        </p:spPr>
        <p:txBody>
          <a:bodyPr>
            <a:normAutofit/>
          </a:bodyPr>
          <a:lstStyle/>
          <a:p>
            <a:endParaRPr lang="en-US" sz="3600" dirty="0" smtClean="0"/>
          </a:p>
          <a:p>
            <a:r>
              <a:rPr lang="en-US" sz="3600" dirty="0" smtClean="0"/>
              <a:t>Collected by Ali </a:t>
            </a:r>
            <a:r>
              <a:rPr lang="en-US" sz="3600" dirty="0" err="1" smtClean="0"/>
              <a:t>Jafari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8868848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5400000" scaled="1"/>
            <a:tileRect/>
          </a:gradFill>
        </p:spPr>
        <p:txBody>
          <a:bodyPr/>
          <a:lstStyle/>
          <a:p>
            <a:pPr algn="ctr"/>
            <a:r>
              <a:rPr lang="en-US" dirty="0" smtClean="0"/>
              <a:t>What is Big Data?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US" sz="3200" dirty="0" smtClean="0"/>
              <a:t>Big </a:t>
            </a:r>
            <a:r>
              <a:rPr lang="en-US" sz="3200" dirty="0"/>
              <a:t>data is a field that treats ways to analyze, systematically extract information from, or otherwise deal with data sets that are too large </a:t>
            </a:r>
            <a:r>
              <a:rPr lang="en-US" sz="3200" dirty="0" smtClean="0"/>
              <a:t>to </a:t>
            </a:r>
            <a:r>
              <a:rPr lang="en-US" sz="3200" dirty="0"/>
              <a:t>be dealt with by traditional data-processing application software.</a:t>
            </a:r>
          </a:p>
        </p:txBody>
      </p:sp>
    </p:spTree>
    <p:extLst>
      <p:ext uri="{BB962C8B-B14F-4D97-AF65-F5344CB8AC3E}">
        <p14:creationId xmlns:p14="http://schemas.microsoft.com/office/powerpoint/2010/main" val="9104497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5400000" scaled="1"/>
            <a:tileRect/>
          </a:gradFill>
        </p:spPr>
        <p:txBody>
          <a:bodyPr/>
          <a:lstStyle/>
          <a:p>
            <a:pPr algn="ctr"/>
            <a:r>
              <a:rPr lang="en-US" dirty="0" smtClean="0"/>
              <a:t>The Three Vs of Big Data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US" sz="3200" dirty="0" smtClean="0"/>
              <a:t>Volume</a:t>
            </a:r>
            <a:endParaRPr lang="en-US" sz="3200" dirty="0"/>
          </a:p>
          <a:p>
            <a:pPr algn="just">
              <a:lnSpc>
                <a:spcPct val="150000"/>
              </a:lnSpc>
            </a:pPr>
            <a:r>
              <a:rPr lang="en-US" sz="3200" dirty="0" smtClean="0"/>
              <a:t>Velocity</a:t>
            </a:r>
            <a:endParaRPr lang="en-US" sz="3200" dirty="0"/>
          </a:p>
          <a:p>
            <a:pPr algn="just">
              <a:lnSpc>
                <a:spcPct val="150000"/>
              </a:lnSpc>
            </a:pPr>
            <a:r>
              <a:rPr lang="en-US" sz="3200" dirty="0" smtClean="0"/>
              <a:t>Variety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1083936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5400000" scaled="1"/>
            <a:tileRect/>
          </a:gradFill>
        </p:spPr>
        <p:txBody>
          <a:bodyPr/>
          <a:lstStyle/>
          <a:p>
            <a:pPr algn="ctr"/>
            <a:r>
              <a:rPr lang="en-US" dirty="0" smtClean="0"/>
              <a:t>Volume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US" sz="3200" dirty="0" smtClean="0"/>
              <a:t>With </a:t>
            </a:r>
            <a:r>
              <a:rPr lang="en-US" sz="3200" dirty="0"/>
              <a:t>big data, you’ll have to process high volumes </a:t>
            </a:r>
            <a:r>
              <a:rPr lang="en-US" sz="3200" dirty="0" smtClean="0"/>
              <a:t>of data</a:t>
            </a:r>
            <a:r>
              <a:rPr lang="en-US" sz="3200" dirty="0"/>
              <a:t>. </a:t>
            </a:r>
            <a:r>
              <a:rPr lang="en-US" sz="3200" dirty="0" smtClean="0"/>
              <a:t>For </a:t>
            </a:r>
            <a:r>
              <a:rPr lang="en-US" sz="3200" dirty="0"/>
              <a:t>some organizations, this might be tens of terabytes of data. For others, it may be hundreds of petabytes.</a:t>
            </a:r>
          </a:p>
        </p:txBody>
      </p:sp>
    </p:spTree>
    <p:extLst>
      <p:ext uri="{BB962C8B-B14F-4D97-AF65-F5344CB8AC3E}">
        <p14:creationId xmlns:p14="http://schemas.microsoft.com/office/powerpoint/2010/main" val="39048026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5400000" scaled="1"/>
            <a:tileRect/>
          </a:gradFill>
        </p:spPr>
        <p:txBody>
          <a:bodyPr/>
          <a:lstStyle/>
          <a:p>
            <a:pPr algn="ctr"/>
            <a:r>
              <a:rPr lang="en-US" dirty="0" smtClean="0"/>
              <a:t>Velocity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US" sz="3200" dirty="0"/>
              <a:t>Velocity is the measure of how fast the data is coming in. </a:t>
            </a:r>
            <a:r>
              <a:rPr lang="en-US" sz="3200" dirty="0" smtClean="0"/>
              <a:t>Services like Facebook have </a:t>
            </a:r>
            <a:r>
              <a:rPr lang="en-US" sz="3200" dirty="0"/>
              <a:t>to handle a tsunami of </a:t>
            </a:r>
            <a:r>
              <a:rPr lang="en-US" sz="3200" dirty="0" smtClean="0"/>
              <a:t>data </a:t>
            </a:r>
            <a:r>
              <a:rPr lang="en-US" sz="3200" dirty="0"/>
              <a:t>every day. </a:t>
            </a:r>
            <a:r>
              <a:rPr lang="en-US" sz="3200" dirty="0" smtClean="0"/>
              <a:t>They have </a:t>
            </a:r>
            <a:r>
              <a:rPr lang="en-US" sz="3200" dirty="0"/>
              <a:t>to ingest it all, process it, </a:t>
            </a:r>
            <a:r>
              <a:rPr lang="en-US" sz="3200" dirty="0" smtClean="0"/>
              <a:t>record </a:t>
            </a:r>
            <a:r>
              <a:rPr lang="en-US" sz="3200" dirty="0"/>
              <a:t>it, and somehow, later, be able to retrieve it.</a:t>
            </a:r>
          </a:p>
        </p:txBody>
      </p:sp>
    </p:spTree>
    <p:extLst>
      <p:ext uri="{BB962C8B-B14F-4D97-AF65-F5344CB8AC3E}">
        <p14:creationId xmlns:p14="http://schemas.microsoft.com/office/powerpoint/2010/main" val="34726443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gradFill flip="none" rotWithShape="1">
            <a:gsLst>
              <a:gs pos="0">
                <a:schemeClr val="accent1">
                  <a:tint val="66000"/>
                  <a:satMod val="160000"/>
                </a:schemeClr>
              </a:gs>
              <a:gs pos="50000">
                <a:schemeClr val="accent1">
                  <a:tint val="44500"/>
                  <a:satMod val="160000"/>
                </a:schemeClr>
              </a:gs>
              <a:gs pos="100000">
                <a:schemeClr val="accent1">
                  <a:tint val="23500"/>
                  <a:satMod val="160000"/>
                </a:schemeClr>
              </a:gs>
            </a:gsLst>
            <a:lin ang="5400000" scaled="1"/>
            <a:tileRect/>
          </a:gradFill>
        </p:spPr>
        <p:txBody>
          <a:bodyPr/>
          <a:lstStyle/>
          <a:p>
            <a:pPr algn="ctr"/>
            <a:r>
              <a:rPr lang="en-US" dirty="0" smtClean="0"/>
              <a:t>Variety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algn="just">
              <a:lnSpc>
                <a:spcPct val="150000"/>
              </a:lnSpc>
            </a:pPr>
            <a:r>
              <a:rPr lang="en-US" sz="3200" dirty="0"/>
              <a:t>Variety refers to the many types of data that are available. Traditional data types were structured and </a:t>
            </a:r>
            <a:r>
              <a:rPr lang="en-US" sz="3200" dirty="0" smtClean="0"/>
              <a:t>usually fit in </a:t>
            </a:r>
            <a:r>
              <a:rPr lang="en-US" sz="3200" dirty="0"/>
              <a:t>a </a:t>
            </a:r>
            <a:r>
              <a:rPr lang="en-US" sz="3200" dirty="0" smtClean="0"/>
              <a:t>single relational </a:t>
            </a:r>
            <a:r>
              <a:rPr lang="en-US" sz="3200" dirty="0"/>
              <a:t>database. With the rise of big data, data comes in new unstructured </a:t>
            </a:r>
            <a:r>
              <a:rPr lang="en-US" sz="3200" dirty="0" smtClean="0"/>
              <a:t>types, as well as traditional structured types.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9035876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199</Words>
  <Application>Microsoft Office PowerPoint</Application>
  <PresentationFormat>Widescreen</PresentationFormat>
  <Paragraphs>15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Scaling Relational Database Management Systems for Big Data Applications</vt:lpstr>
      <vt:lpstr>What is Big Data?</vt:lpstr>
      <vt:lpstr>The Three Vs of Big Data</vt:lpstr>
      <vt:lpstr>Volume</vt:lpstr>
      <vt:lpstr>Velocity</vt:lpstr>
      <vt:lpstr>Variety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Scaling Relational Database Management Systems for Big Data Applications</dc:title>
  <dc:creator>Ali</dc:creator>
  <cp:lastModifiedBy>Ali</cp:lastModifiedBy>
  <cp:revision>15</cp:revision>
  <dcterms:created xsi:type="dcterms:W3CDTF">2021-05-27T14:56:32Z</dcterms:created>
  <dcterms:modified xsi:type="dcterms:W3CDTF">2021-05-27T15:57:34Z</dcterms:modified>
</cp:coreProperties>
</file>