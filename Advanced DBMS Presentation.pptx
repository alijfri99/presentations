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3" d="100"/>
          <a:sy n="83" d="100"/>
        </p:scale>
        <p:origin x="6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5/28/2021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5/28/2021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5/28/2021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5/28/2021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5/28/2021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5/28/2021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application software.</a:t>
            </a:r>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endParaRPr lang="en-US" sz="3200" dirty="0"/>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endParaRPr lang="en-US" sz="3200" dirty="0"/>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endParaRPr lang="en-US" sz="3200" dirty="0"/>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endParaRPr lang="en-US" sz="3200" dirty="0"/>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endParaRPr lang="en-US" sz="3200" dirty="0"/>
          </a:p>
        </p:txBody>
      </p:sp>
    </p:spTree>
    <p:extLst>
      <p:ext uri="{BB962C8B-B14F-4D97-AF65-F5344CB8AC3E}">
        <p14:creationId xmlns:p14="http://schemas.microsoft.com/office/powerpoint/2010/main" val="37283527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TotalTime>
  <Words>442</Words>
  <Application>Microsoft Office PowerPoint</Application>
  <PresentationFormat>Widescreen</PresentationFormat>
  <Paragraphs>36</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34</cp:revision>
  <dcterms:created xsi:type="dcterms:W3CDTF">2021-05-27T14:56:32Z</dcterms:created>
  <dcterms:modified xsi:type="dcterms:W3CDTF">2021-05-28T00:11:50Z</dcterms:modified>
</cp:coreProperties>
</file>