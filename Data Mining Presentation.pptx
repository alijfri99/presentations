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57" r:id="rId7"/>
    <p:sldId id="258" r:id="rId8"/>
    <p:sldId id="259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5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1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5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65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9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8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40CF3-A3AC-47B2-BAF2-362E5A25AD91}" type="datetimeFigureOut">
              <a:rPr lang="en-US" smtClean="0"/>
              <a:t>6/4/2021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1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Sparse Matrices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sz="3200" dirty="0" smtClean="0"/>
              <a:t>Collected by Ali </a:t>
            </a:r>
            <a:r>
              <a:rPr lang="en-US" sz="3200" dirty="0" err="1" smtClean="0"/>
              <a:t>Jafari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7330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In social networks, often a form of an adjacency matrix is used to store the information about users that follow each other.</a:t>
            </a:r>
            <a:endParaRPr lang="en-US" sz="3400" dirty="0" smtClean="0"/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05099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24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Now, imagine a social network with 100 million users.</a:t>
                </a: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This results in an adjacency matrix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elements.</a:t>
                </a:r>
                <a:endParaRPr lang="en-US" sz="32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60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Now, imagine a social network with 100 million users.</a:t>
                </a: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This results in an adjacency matrix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elements.</a:t>
                </a:r>
                <a:endParaRPr lang="en-US" sz="32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3435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A</a:t>
            </a:r>
            <a:r>
              <a:rPr lang="en-US" sz="3400" dirty="0" smtClean="0"/>
              <a:t> sparse matrix is a matrix in which most of the elements are zero.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By contrast, if most of the elements in a matrix are nonzero, then the matrix is considered dense.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8931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There are no strict rules for the number of elements in a matrix that need to be zero in order to describe the matrix as sparse.</a:t>
            </a:r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number of zero-valued elements in a matrix, divided by the total number of elements in that matrix, is referred to as the sparsity of that matrix.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879655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5400" i="1" dirty="0" smtClean="0"/>
              <a:t>“In </a:t>
            </a:r>
            <a:r>
              <a:rPr lang="en-US" sz="5400" i="1" dirty="0"/>
              <a:t>practice, most large matrices are sparse — almost all entries are zeros</a:t>
            </a:r>
            <a:r>
              <a:rPr lang="en-US" sz="5400" i="1" dirty="0" smtClean="0"/>
              <a:t>.”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3200" i="1" dirty="0" smtClean="0"/>
              <a:t>- Dr. Gilbert </a:t>
            </a:r>
            <a:r>
              <a:rPr lang="en-US" sz="3200" i="1" dirty="0" err="1" smtClean="0"/>
              <a:t>Strang</a:t>
            </a:r>
            <a:r>
              <a:rPr lang="en-US" sz="3200" i="1" dirty="0" smtClean="0"/>
              <a:t>, Introduction to Linear Algebra, 5</a:t>
            </a:r>
            <a:r>
              <a:rPr lang="en-US" sz="3200" i="1" baseline="30000" dirty="0" smtClean="0"/>
              <a:t>th</a:t>
            </a:r>
            <a:r>
              <a:rPr lang="en-US" sz="3200" i="1" dirty="0" smtClean="0"/>
              <a:t> ed., Page 465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3524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915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231</Words>
  <Application>Microsoft Office PowerPoint</Application>
  <PresentationFormat>Widescreen</PresentationFormat>
  <Paragraphs>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Sparse Matrices</vt:lpstr>
      <vt:lpstr>Let’s State A Problem</vt:lpstr>
      <vt:lpstr>Let’s State A Problem</vt:lpstr>
      <vt:lpstr>Let’s State A Problem</vt:lpstr>
      <vt:lpstr>Let’s State A Problem</vt:lpstr>
      <vt:lpstr>What Are Sparse Matrices?</vt:lpstr>
      <vt:lpstr>What Are Sparse Matrices?</vt:lpstr>
      <vt:lpstr>What Are Sparse Matrices?</vt:lpstr>
      <vt:lpstr>What Are Sparse Matrices?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Sparse Matrices</dc:title>
  <dc:creator>Ali</dc:creator>
  <cp:lastModifiedBy>Ali</cp:lastModifiedBy>
  <cp:revision>39</cp:revision>
  <dcterms:created xsi:type="dcterms:W3CDTF">2021-06-03T12:43:58Z</dcterms:created>
  <dcterms:modified xsi:type="dcterms:W3CDTF">2021-06-04T08:11:34Z</dcterms:modified>
</cp:coreProperties>
</file>