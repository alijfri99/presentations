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252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1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963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40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251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94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650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895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82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201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240CF3-A3AC-47B2-BAF2-362E5A25AD91}" type="datetimeFigureOut">
              <a:rPr lang="en-US" smtClean="0"/>
              <a:t>6/3/2021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918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Sparse Matrices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 smtClean="0"/>
          </a:p>
          <a:p>
            <a:r>
              <a:rPr lang="en-US" sz="3200" dirty="0" smtClean="0"/>
              <a:t>Collected by Ali </a:t>
            </a:r>
            <a:r>
              <a:rPr lang="en-US" sz="3200" dirty="0" err="1" smtClean="0"/>
              <a:t>Jafari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147330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A</a:t>
            </a:r>
            <a:r>
              <a:rPr lang="en-US" sz="3400" dirty="0" smtClean="0"/>
              <a:t> sparse matrix is a matrix in which most of the elements are zero.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By contrast, if most of the elements in a matrix are nonzero, then the matrix is considered dense.</a:t>
            </a:r>
          </a:p>
          <a:p>
            <a:pPr algn="just">
              <a:spcAft>
                <a:spcPts val="1200"/>
              </a:spcAft>
            </a:pPr>
            <a:endParaRPr lang="en-US" sz="34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8931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There are no strict rules for the number of elements in a matrix that need to be zero in order to describe the matrix as sparse.</a:t>
            </a:r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The number of zero-valued elements in a matrix, divided by the total number of elements in that matrix, is referred to as the sparsity of that matrix.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2879655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-US" sz="5400" i="1" dirty="0" smtClean="0"/>
              <a:t>“In </a:t>
            </a:r>
            <a:r>
              <a:rPr lang="en-US" sz="5400" i="1" dirty="0"/>
              <a:t>practice, most large matrices are sparse — almost all entries are zeros</a:t>
            </a:r>
            <a:r>
              <a:rPr lang="en-US" sz="5400" i="1" dirty="0" smtClean="0"/>
              <a:t>.”</a:t>
            </a:r>
          </a:p>
          <a:p>
            <a:pPr marL="0" indent="0" algn="ctr">
              <a:spcAft>
                <a:spcPts val="1200"/>
              </a:spcAft>
              <a:buNone/>
            </a:pPr>
            <a:r>
              <a:rPr lang="en-US" sz="3200" i="1" dirty="0" smtClean="0"/>
              <a:t>- Dr. Gilbert </a:t>
            </a:r>
            <a:r>
              <a:rPr lang="en-US" sz="3200" i="1" dirty="0" err="1" smtClean="0"/>
              <a:t>Strang</a:t>
            </a:r>
            <a:r>
              <a:rPr lang="en-US" sz="3200" i="1" dirty="0" smtClean="0"/>
              <a:t>, Introduction to Linear Algebra, 5</a:t>
            </a:r>
            <a:r>
              <a:rPr lang="en-US" sz="3200" i="1" baseline="30000" dirty="0" smtClean="0"/>
              <a:t>th</a:t>
            </a:r>
            <a:r>
              <a:rPr lang="en-US" sz="3200" i="1" dirty="0" smtClean="0"/>
              <a:t> ed., Page 465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93524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4077146" y="5023141"/>
                <a:ext cx="4037708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𝑆𝑝𝑎𝑟𝑠𝑖𝑡𝑦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24</m:t>
                          </m:r>
                        </m:den>
                      </m:f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46" y="5023141"/>
                <a:ext cx="4037708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915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155</Words>
  <Application>Microsoft Office PowerPoint</Application>
  <PresentationFormat>Widescreen</PresentationFormat>
  <Paragraphs>17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Office Theme</vt:lpstr>
      <vt:lpstr>Sparse Matrices</vt:lpstr>
      <vt:lpstr>What Are Sparse Matrices?</vt:lpstr>
      <vt:lpstr>What Are Sparse Matrices?</vt:lpstr>
      <vt:lpstr>What Are Sparse Matrices?</vt:lpstr>
      <vt:lpstr>What Are Sparse Matrices?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Sparse Matrices</dc:title>
  <dc:creator>Ali</dc:creator>
  <cp:lastModifiedBy>Ali</cp:lastModifiedBy>
  <cp:revision>26</cp:revision>
  <dcterms:created xsi:type="dcterms:W3CDTF">2021-06-03T12:43:58Z</dcterms:created>
  <dcterms:modified xsi:type="dcterms:W3CDTF">2021-06-03T13:37:42Z</dcterms:modified>
</cp:coreProperties>
</file>